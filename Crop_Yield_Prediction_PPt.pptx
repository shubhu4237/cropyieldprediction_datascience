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53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18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2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4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26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8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98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60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76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411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183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5593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83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09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179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578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53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48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>
            <a:normAutofit/>
          </a:bodyPr>
          <a:lstStyle/>
          <a:p>
            <a:r>
              <a:rPr dirty="0"/>
              <a:t>AI-Based Crop Yield Prediction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64024" y="2338885"/>
            <a:ext cx="8229600" cy="2098343"/>
          </a:xfrm>
        </p:spPr>
        <p:txBody>
          <a:bodyPr/>
          <a:lstStyle/>
          <a:p>
            <a:r>
              <a:rPr dirty="0"/>
              <a:t>Industry-Level Machine Learning Project</a:t>
            </a:r>
          </a:p>
          <a:p>
            <a:r>
              <a:rPr dirty="0"/>
              <a:t>EDA • Feature Engineering • Model Comparison •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100K records</a:t>
            </a:r>
          </a:p>
          <a:p>
            <a:r>
              <a:t>Soil, Climate, Crop, Fertilizer, Region</a:t>
            </a:r>
          </a:p>
          <a:p>
            <a:r>
              <a:t>Advanced engineered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Random Forest</a:t>
            </a:r>
          </a:p>
          <a:p>
            <a:r>
              <a:t>XGBoost</a:t>
            </a:r>
          </a:p>
          <a:p>
            <a:r>
              <a:t>CatBoost</a:t>
            </a:r>
          </a:p>
          <a:p>
            <a:r>
              <a:t>Artificial Neural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t>Without Tuning:</a:t>
            </a:r>
          </a:p>
          <a:p>
            <a:r>
              <a:t>R² = 0.9436 | RMSE = 0.4046</a:t>
            </a:r>
          </a:p>
          <a:p>
            <a:endParaRPr/>
          </a:p>
          <a:p>
            <a:r>
              <a:t>With Tuning:</a:t>
            </a:r>
          </a:p>
          <a:p>
            <a:r>
              <a:t>R² = 0.9447 | RMSE = 0.3967</a:t>
            </a:r>
          </a:p>
          <a:p>
            <a:endParaRPr/>
          </a:p>
          <a:p>
            <a:r>
              <a:t>Observation:</a:t>
            </a:r>
          </a:p>
          <a:p>
            <a:r>
              <a:t>Stable &amp; robust, slight improvement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Without/With Tuning:</a:t>
            </a:r>
          </a:p>
          <a:p>
            <a:r>
              <a:t>R² = 0.9239 | RMSE = 0.5464</a:t>
            </a:r>
          </a:p>
          <a:p>
            <a:endParaRPr/>
          </a:p>
          <a:p>
            <a:r>
              <a:t>Observation:</a:t>
            </a:r>
          </a:p>
          <a:p>
            <a:r>
              <a:t>Tuning had no impact</a:t>
            </a:r>
          </a:p>
          <a:p>
            <a:r>
              <a:t>Less accurate than RF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R² = -0.428</a:t>
            </a:r>
          </a:p>
          <a:p>
            <a:r>
              <a:t>RMSE = 10.25</a:t>
            </a:r>
          </a:p>
          <a:p>
            <a:endParaRPr/>
          </a:p>
          <a:p>
            <a:r>
              <a:t>Observation:</a:t>
            </a:r>
          </a:p>
          <a:p>
            <a:r>
              <a:t>Model failed to learn pattern</a:t>
            </a:r>
          </a:p>
          <a:p>
            <a:r>
              <a:t>Not suitable for this dataset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CatBoost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t>Without Tuning:</a:t>
            </a:r>
          </a:p>
          <a:p>
            <a:r>
              <a:t>R² = 0.9500 | RMSE = 0.3586</a:t>
            </a:r>
          </a:p>
          <a:p>
            <a:endParaRPr/>
          </a:p>
          <a:p>
            <a:r>
              <a:t>With Tuning:</a:t>
            </a:r>
          </a:p>
          <a:p>
            <a:r>
              <a:t>R² = 0.9722 | RMSE = 0.1996</a:t>
            </a:r>
          </a:p>
          <a:p>
            <a:endParaRPr/>
          </a:p>
          <a:p>
            <a:r>
              <a:t>Observation:</a:t>
            </a:r>
          </a:p>
          <a:p>
            <a:r>
              <a:t>Major improvement after tuning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🏆 Tuned CatBoost</a:t>
            </a:r>
          </a:p>
          <a:p>
            <a:r>
              <a:t>Highest R²</a:t>
            </a:r>
          </a:p>
          <a:p>
            <a:r>
              <a:t>Lowest MAE &amp; RMSE</a:t>
            </a:r>
          </a:p>
          <a:p>
            <a:r>
              <a:t>Best generalization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Crop-wise yield variation</a:t>
            </a:r>
          </a:p>
          <a:p>
            <a:r>
              <a:t>Rainfall &amp; Temperature impact</a:t>
            </a:r>
          </a:p>
          <a:p>
            <a:r>
              <a:t>Fertilizer efficiency trends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Streamlit App</a:t>
            </a:r>
          </a:p>
          <a:p>
            <a:r>
              <a:t>Hugging Face Spaces</a:t>
            </a:r>
          </a:p>
          <a:p>
            <a:r>
              <a:t>Live Yield Prediction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End-to-end industry-grade ML solution</a:t>
            </a:r>
          </a:p>
          <a:p>
            <a:r>
              <a:t>Accurate, scalable &amp; deployable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Model Performance Comparison (Final)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096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R² Score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0.944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-0.93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CatBoost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Accuracy Visualization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Hugging Face Deployment – Live Prediction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1" y="2067636"/>
            <a:ext cx="6252930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✔ </a:t>
            </a:r>
            <a:r>
              <a:rPr dirty="0" smtClean="0"/>
              <a:t>Stream lit </a:t>
            </a:r>
            <a:r>
              <a:rPr dirty="0"/>
              <a:t>App deployed on Hugging Face Spaces</a:t>
            </a:r>
          </a:p>
          <a:p>
            <a:r>
              <a:rPr dirty="0"/>
              <a:t>✔ User inputs: Soil pH, Rainfall, Temperature, Fertilizer</a:t>
            </a:r>
          </a:p>
          <a:p>
            <a:r>
              <a:rPr dirty="0"/>
              <a:t>✔ Real-time yield prediction</a:t>
            </a:r>
          </a:p>
          <a:p>
            <a:r>
              <a:rPr dirty="0"/>
              <a:t>✔ Industry-ready inference pipeline</a:t>
            </a:r>
          </a:p>
          <a:p>
            <a:endParaRPr dirty="0"/>
          </a:p>
          <a:p>
            <a:r>
              <a:rPr dirty="0"/>
              <a:t>This visualization represents the live dashboard used by end-users.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14</TotalTime>
  <Words>275</Words>
  <Application>Microsoft Office PowerPoint</Application>
  <PresentationFormat>On-screen Show (4:3)</PresentationFormat>
  <Paragraphs>93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Tw Cen MT</vt:lpstr>
      <vt:lpstr>Droplet</vt:lpstr>
      <vt:lpstr>AI-Based Crop Yield Prediction System</vt:lpstr>
      <vt:lpstr>Dataset &amp; Features</vt:lpstr>
      <vt:lpstr>Models Evaluated</vt:lpstr>
      <vt:lpstr>Random Forest Performance</vt:lpstr>
      <vt:lpstr>XGBoost Performance</vt:lpstr>
      <vt:lpstr>ANN Performance</vt:lpstr>
      <vt:lpstr>CatBoost Performance</vt:lpstr>
      <vt:lpstr>Best Model Selection</vt:lpstr>
      <vt:lpstr>EDA Insights</vt:lpstr>
      <vt:lpstr>Deployment</vt:lpstr>
      <vt:lpstr>Final Conclusion</vt:lpstr>
      <vt:lpstr>Model Performance Comparison (Final)</vt:lpstr>
      <vt:lpstr>Model Accuracy Visualization</vt:lpstr>
      <vt:lpstr>Hugging Face Deployment – Live Prediction UI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Crop Yield Prediction System</dc:title>
  <dc:subject/>
  <dc:creator>vidya</dc:creator>
  <cp:keywords/>
  <dc:description>generated using python-pptx</dc:description>
  <cp:lastModifiedBy>vidya</cp:lastModifiedBy>
  <cp:revision>3</cp:revision>
  <dcterms:created xsi:type="dcterms:W3CDTF">2013-01-27T09:14:16Z</dcterms:created>
  <dcterms:modified xsi:type="dcterms:W3CDTF">2025-12-26T05:04:05Z</dcterms:modified>
  <cp:category/>
</cp:coreProperties>
</file>